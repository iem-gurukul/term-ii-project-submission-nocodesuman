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  <p:bold r:id="rId14"/>
    </p:embeddedFont>
    <p:embeddedFont>
      <p:font typeface="Roboto Slab" panose="020F0502020204030204" pitchFamily="2" charset="0"/>
      <p:regular r:id="rId15"/>
    </p:embeddedFont>
    <p:embeddedFont>
      <p:font typeface="Roboto Slab Light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C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326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GUI-Based Student Information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Java Swing for Modern Education Management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B3A6C4-69AF-CDC0-BC2D-2CAC06BD7E69}"/>
              </a:ext>
            </a:extLst>
          </p:cNvPr>
          <p:cNvSpPr/>
          <p:nvPr/>
        </p:nvSpPr>
        <p:spPr>
          <a:xfrm>
            <a:off x="12801600" y="7737515"/>
            <a:ext cx="1749778" cy="492085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50833"/>
            <a:ext cx="693991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This System Matters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22658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Problem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2878693"/>
            <a:ext cx="350150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schools and colleges still use paper-based systems or basic spreadsheets to track student information. This creates confusion, errors, and wasted time searching through files.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260181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a centralized system, important data like grades, attendance, and contact information gets scattered and hard to manage.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222658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Who Needs It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4856321" y="2878693"/>
            <a:ext cx="35015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schools and colleges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Administrative staff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Teachers and counselors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departments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5956"/>
            <a:ext cx="62492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the System Works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983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connects three main parts to create a complete solution for managing student data.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716417"/>
            <a:ext cx="4347567" cy="907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0604" y="4850487"/>
            <a:ext cx="32470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Graphical User Interface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34090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Buttons, forms, and menus that users click and interact with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716417"/>
            <a:ext cx="4347567" cy="9072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68171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Logic Layer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368171" y="5340906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Processes commands and manages data operations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716417"/>
            <a:ext cx="4347567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715738" y="48504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Storage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715738" y="5340906"/>
            <a:ext cx="38939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Saves all student information to files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E49F12-B9A2-0467-652A-4CDEC47D3A9D}"/>
              </a:ext>
            </a:extLst>
          </p:cNvPr>
          <p:cNvSpPr/>
          <p:nvPr/>
        </p:nvSpPr>
        <p:spPr>
          <a:xfrm>
            <a:off x="12801600" y="7737515"/>
            <a:ext cx="1749778" cy="492085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047" y="594003"/>
            <a:ext cx="7532489" cy="675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 Diagram</a:t>
            </a:r>
            <a:endParaRPr lang="en-US" sz="4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47" y="1680567"/>
            <a:ext cx="13118306" cy="60034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365239" y="2448527"/>
            <a:ext cx="2901883" cy="36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Storage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10365239" y="2914440"/>
            <a:ext cx="3198521" cy="5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Databases and persistent storage systems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05005" y="4421807"/>
            <a:ext cx="2901884" cy="36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Logic Layer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066313" y="4887721"/>
            <a:ext cx="2940575" cy="566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rules and application processing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365239" y="5440691"/>
            <a:ext cx="2901883" cy="362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GUI Layer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365239" y="5906605"/>
            <a:ext cx="3198521" cy="56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interface and interaction points</a:t>
            </a:r>
            <a:endParaRPr lang="en-US" sz="1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FFBF1B-03E0-2685-1C26-37D76D197094}"/>
              </a:ext>
            </a:extLst>
          </p:cNvPr>
          <p:cNvSpPr/>
          <p:nvPr/>
        </p:nvSpPr>
        <p:spPr>
          <a:xfrm>
            <a:off x="12801600" y="7737515"/>
            <a:ext cx="1749778" cy="492085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4533"/>
            <a:ext cx="76165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Building Blocks: Key Classes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86940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2413754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2600801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Student Class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381142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Holds all student details like name, ID, grades, and contact information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28548" y="2186940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E9ECF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5362" y="2413754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42528" y="2600801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55362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StudentUI Class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655362" y="3811429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the windows and buttons that users see and click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793790" y="4990862"/>
            <a:ext cx="6407944" cy="2214205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604" y="5217676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7770" y="5404723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20604" y="6124932"/>
            <a:ext cx="30119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StudentManager Class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1020604" y="6615351"/>
            <a:ext cx="59543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Handles adding, searching, and updating student records</a:t>
            </a:r>
            <a:endParaRPr lang="en-US" sz="1750" dirty="0"/>
          </a:p>
        </p:txBody>
      </p:sp>
      <p:sp>
        <p:nvSpPr>
          <p:cNvPr id="18" name="Shape 10"/>
          <p:cNvSpPr/>
          <p:nvPr/>
        </p:nvSpPr>
        <p:spPr>
          <a:xfrm>
            <a:off x="7428548" y="4990862"/>
            <a:ext cx="6408063" cy="2214205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5362" y="5217676"/>
            <a:ext cx="680442" cy="680442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42528" y="5404723"/>
            <a:ext cx="306110" cy="30611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55362" y="61249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FileHandler Class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7655362" y="6615351"/>
            <a:ext cx="59544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Saves and loads data from the computer's hard drive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CF9510-96A3-5EA8-6236-CCE3A39117E0}"/>
              </a:ext>
            </a:extLst>
          </p:cNvPr>
          <p:cNvSpPr/>
          <p:nvPr/>
        </p:nvSpPr>
        <p:spPr>
          <a:xfrm>
            <a:off x="12801600" y="7737515"/>
            <a:ext cx="1749778" cy="492085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5356741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Package Structure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49856" y="3446502"/>
            <a:ext cx="2649022" cy="2361486"/>
          </a:xfrm>
          <a:prstGeom prst="roundRect">
            <a:avLst>
              <a:gd name="adj" fmla="val 619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76" y="3446502"/>
            <a:ext cx="121920" cy="23614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85969" y="3691176"/>
            <a:ext cx="2068235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com.student.system.ui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85969" y="4563189"/>
            <a:ext cx="206823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interface components, windows, and forms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3601283" y="3446502"/>
            <a:ext cx="2649022" cy="2361486"/>
          </a:xfrm>
          <a:prstGeom prst="roundRect">
            <a:avLst>
              <a:gd name="adj" fmla="val 619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803" y="3446502"/>
            <a:ext cx="121920" cy="23614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37397" y="3691176"/>
            <a:ext cx="2068235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com.student.system.model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3937397" y="4563189"/>
            <a:ext cx="206823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 data structure and related classes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6452711" y="3446502"/>
            <a:ext cx="2649141" cy="2361486"/>
          </a:xfrm>
          <a:prstGeom prst="roundRect">
            <a:avLst>
              <a:gd name="adj" fmla="val 6195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2231" y="3446502"/>
            <a:ext cx="121920" cy="236148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788825" y="3691176"/>
            <a:ext cx="2068354" cy="669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com.student.system.utils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6788825" y="4563189"/>
            <a:ext cx="2068354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handling and data management tools</a:t>
            </a:r>
            <a:endParaRPr lang="en-US" sz="16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D8209A3-A32D-1DA7-06F9-B427D755A7ED}"/>
              </a:ext>
            </a:extLst>
          </p:cNvPr>
          <p:cNvSpPr/>
          <p:nvPr/>
        </p:nvSpPr>
        <p:spPr>
          <a:xfrm>
            <a:off x="12801600" y="7737515"/>
            <a:ext cx="1749778" cy="492085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85261"/>
            <a:ext cx="1061811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Object-Oriented Programming Concepts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4766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programming principles make the system easier to build and maintain.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6572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20766"/>
            <a:ext cx="4196358" cy="3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395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Abstraction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885492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Hides complex details behind simple interfaces. Users just click buttons without knowing how data is stored.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216962" y="386572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4220766"/>
            <a:ext cx="4196358" cy="3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6962" y="4395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Inheritance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16962" y="4885492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Child classes reuse code from parent classes. For example, different types of users can share common features.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9640133" y="386572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4220766"/>
            <a:ext cx="4196358" cy="30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0133" y="4395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Polymorphism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9640133" y="4885492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Same method name works differently based on context. Search works the same whether finding by ID or name.</a:t>
            </a:r>
            <a:endParaRPr lang="en-US" sz="17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05FBAC-BA35-ED64-6455-6E7613B849CB}"/>
              </a:ext>
            </a:extLst>
          </p:cNvPr>
          <p:cNvSpPr/>
          <p:nvPr/>
        </p:nvSpPr>
        <p:spPr>
          <a:xfrm>
            <a:off x="12801600" y="7737515"/>
            <a:ext cx="1749778" cy="492085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714" y="668655"/>
            <a:ext cx="10864215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Design Decision: ArrayList + File Handling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62714" y="1873091"/>
            <a:ext cx="3269218" cy="408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This Approach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762714" y="2491026"/>
            <a:ext cx="4241006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chose </a:t>
            </a:r>
            <a:r>
              <a:rPr lang="en-US" sz="1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ArrayList</a:t>
            </a: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store student data in memory because it's simple to use and automatically adjusts size as students are added or removed.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62714" y="4047173"/>
            <a:ext cx="4241006" cy="1025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File handling</a:t>
            </a: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saves data to a text file on the computer, making it persistent even after closing the program.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62714" y="5282327"/>
            <a:ext cx="3269218" cy="408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Benefits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62714" y="5900261"/>
            <a:ext cx="4241006" cy="158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database software needed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to understand and implement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on any computer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Quick to set up and test</a:t>
            </a:r>
            <a:endParaRPr lang="en-US" sz="17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074" y="2287072"/>
            <a:ext cx="8332113" cy="46504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A43DC67-24D5-61FC-AC68-2A61EA4D48D1}"/>
              </a:ext>
            </a:extLst>
          </p:cNvPr>
          <p:cNvSpPr/>
          <p:nvPr/>
        </p:nvSpPr>
        <p:spPr>
          <a:xfrm>
            <a:off x="12801600" y="7737515"/>
            <a:ext cx="1749778" cy="492085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58679"/>
            <a:ext cx="715672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It Works: Step by Step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507004" y="2247781"/>
            <a:ext cx="226814" cy="1329571"/>
          </a:xfrm>
          <a:prstGeom prst="roundRect">
            <a:avLst>
              <a:gd name="adj" fmla="val 15001"/>
            </a:avLst>
          </a:prstGeom>
          <a:solidFill>
            <a:srgbClr val="E9ECF2"/>
          </a:solidFill>
          <a:ln/>
        </p:spPr>
      </p:sp>
      <p:sp>
        <p:nvSpPr>
          <p:cNvPr id="5" name="Shape 2"/>
          <p:cNvSpPr/>
          <p:nvPr/>
        </p:nvSpPr>
        <p:spPr>
          <a:xfrm>
            <a:off x="6280190" y="2098953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E9ECF2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0330" y="2269093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87446" y="2134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Add Student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187446" y="2624852"/>
            <a:ext cx="664916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Fill out the form with student details and click Save. The system checks for missing information and adds the record.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6847165" y="4144447"/>
            <a:ext cx="226814" cy="1329571"/>
          </a:xfrm>
          <a:prstGeom prst="roundRect">
            <a:avLst>
              <a:gd name="adj" fmla="val 15001"/>
            </a:avLst>
          </a:prstGeom>
          <a:solidFill>
            <a:srgbClr val="E9ECF2"/>
          </a:solidFill>
          <a:ln/>
        </p:spPr>
      </p:sp>
      <p:sp>
        <p:nvSpPr>
          <p:cNvPr id="10" name="Shape 6"/>
          <p:cNvSpPr/>
          <p:nvPr/>
        </p:nvSpPr>
        <p:spPr>
          <a:xfrm>
            <a:off x="6620351" y="3995618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E9EC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0492" y="4165759"/>
            <a:ext cx="340162" cy="3401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27608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Search for Student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527608" y="4521517"/>
            <a:ext cx="630900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 a student ID or name and click Search. The system looks through all records and finds matches.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7187446" y="6041112"/>
            <a:ext cx="226814" cy="1329571"/>
          </a:xfrm>
          <a:prstGeom prst="roundRect">
            <a:avLst>
              <a:gd name="adj" fmla="val 15001"/>
            </a:avLst>
          </a:prstGeom>
          <a:solidFill>
            <a:srgbClr val="E9ECF2"/>
          </a:solidFill>
          <a:ln/>
        </p:spPr>
      </p:sp>
      <p:sp>
        <p:nvSpPr>
          <p:cNvPr id="15" name="Shape 10"/>
          <p:cNvSpPr/>
          <p:nvPr/>
        </p:nvSpPr>
        <p:spPr>
          <a:xfrm>
            <a:off x="6960632" y="5892284"/>
            <a:ext cx="680442" cy="680442"/>
          </a:xfrm>
          <a:prstGeom prst="roundRect">
            <a:avLst>
              <a:gd name="adj" fmla="val 67192"/>
            </a:avLst>
          </a:prstGeom>
          <a:solidFill>
            <a:srgbClr val="E9ECF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0772" y="6062424"/>
            <a:ext cx="340162" cy="3401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67888" y="5927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Display Results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867888" y="6418183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all student information in a clean, organized table format on the screen.</a:t>
            </a:r>
            <a:endParaRPr lang="en-US" sz="17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2857B4-C8CA-DF4A-48DA-914D0EFB4C14}"/>
              </a:ext>
            </a:extLst>
          </p:cNvPr>
          <p:cNvSpPr/>
          <p:nvPr/>
        </p:nvSpPr>
        <p:spPr>
          <a:xfrm>
            <a:off x="12801600" y="7737515"/>
            <a:ext cx="1749778" cy="492085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6495" y="491966"/>
            <a:ext cx="4853464" cy="52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Error Handling Example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1486495" y="2100143"/>
            <a:ext cx="2534126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Happens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486495" y="2542580"/>
            <a:ext cx="3812024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 user tries to add a student without entering a required field like name or ID, the system stops the action and shows a helpful message.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86495" y="3611285"/>
            <a:ext cx="2534126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It Matters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86495" y="4053721"/>
            <a:ext cx="3812024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prevents incomplete or incorrect data from being saved, keeping the student database accurate and reliable.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334" y="1350050"/>
            <a:ext cx="7432953" cy="414861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86495" y="5866179"/>
            <a:ext cx="11657290" cy="28694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486495" y="6083498"/>
            <a:ext cx="2534126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Takeaways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1486495" y="6588919"/>
            <a:ext cx="3801904" cy="1148596"/>
          </a:xfrm>
          <a:prstGeom prst="roundRect">
            <a:avLst>
              <a:gd name="adj" fmla="val 2206"/>
            </a:avLst>
          </a:prstGeom>
          <a:solidFill>
            <a:srgbClr val="E9ECF2"/>
          </a:solidFill>
          <a:ln/>
        </p:spPr>
      </p:sp>
      <p:sp>
        <p:nvSpPr>
          <p:cNvPr id="11" name="Text 8"/>
          <p:cNvSpPr/>
          <p:nvPr/>
        </p:nvSpPr>
        <p:spPr>
          <a:xfrm>
            <a:off x="1655326" y="6757749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Simple &amp; Intuitive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655326" y="7097197"/>
            <a:ext cx="346424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Easy for anyone to use, no technical skills needed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14129" y="6588919"/>
            <a:ext cx="3801904" cy="1148596"/>
          </a:xfrm>
          <a:prstGeom prst="roundRect">
            <a:avLst>
              <a:gd name="adj" fmla="val 2206"/>
            </a:avLst>
          </a:prstGeom>
          <a:solidFill>
            <a:srgbClr val="E9ECF2"/>
          </a:solidFill>
          <a:ln/>
        </p:spPr>
      </p:sp>
      <p:sp>
        <p:nvSpPr>
          <p:cNvPr id="14" name="Text 11"/>
          <p:cNvSpPr/>
          <p:nvPr/>
        </p:nvSpPr>
        <p:spPr>
          <a:xfrm>
            <a:off x="5582960" y="6757749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Reliable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5582960" y="7097197"/>
            <a:ext cx="3464243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Validates data and prevents errors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341763" y="6588919"/>
            <a:ext cx="3802023" cy="1148596"/>
          </a:xfrm>
          <a:prstGeom prst="roundRect">
            <a:avLst>
              <a:gd name="adj" fmla="val 2206"/>
            </a:avLst>
          </a:prstGeom>
          <a:solidFill>
            <a:srgbClr val="E9ECF2"/>
          </a:solidFill>
          <a:ln/>
        </p:spPr>
      </p:sp>
      <p:sp>
        <p:nvSpPr>
          <p:cNvPr id="17" name="Text 14"/>
          <p:cNvSpPr/>
          <p:nvPr/>
        </p:nvSpPr>
        <p:spPr>
          <a:xfrm>
            <a:off x="9510593" y="6757749"/>
            <a:ext cx="2111812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Portable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9510593" y="7097197"/>
            <a:ext cx="3464362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without extra software or internet</a:t>
            </a:r>
            <a:endParaRPr lang="en-US" sz="13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8A7802-1633-FA6B-D3F1-23ADAF21866B}"/>
              </a:ext>
            </a:extLst>
          </p:cNvPr>
          <p:cNvSpPr/>
          <p:nvPr/>
        </p:nvSpPr>
        <p:spPr>
          <a:xfrm>
            <a:off x="12801600" y="7737515"/>
            <a:ext cx="1749778" cy="492085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574</Words>
  <Application>Microsoft Office PowerPoint</Application>
  <PresentationFormat>Custom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Roboto</vt:lpstr>
      <vt:lpstr>Roboto Slab</vt:lpstr>
      <vt:lpstr>Roboto Slab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RHITAM BISWAS</dc:creator>
  <cp:lastModifiedBy>RHITAM BISWAS</cp:lastModifiedBy>
  <cp:revision>2</cp:revision>
  <dcterms:created xsi:type="dcterms:W3CDTF">2026-03-29T14:11:02Z</dcterms:created>
  <dcterms:modified xsi:type="dcterms:W3CDTF">2026-03-29T14:25:50Z</dcterms:modified>
</cp:coreProperties>
</file>